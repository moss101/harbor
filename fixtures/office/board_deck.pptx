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p>
            <a:r>
              <a:t>Cover. Presenter: ops lead.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p>
            <a:r>
              <a:t>Numbers pulled from the finance dashboard.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p>
            <a:r>
              <a:t>Source: CRM export 2026-09-15.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p>
            <a:r>
              <a:t>Source: this deck.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4.xml"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>
            <p:ph type="title"/>
          </p:nvPr>
        </p:nvSpPr>
        <p:spPr/>
        <p:txBody>
          <a:bodyPr/>
          <a:p>
            <a:r>
              <a:rPr lang="en-US"/>
              <a:t>Harbor board update — Q3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>
            <p:ph type="title"/>
          </p:nvPr>
        </p:nvSpPr>
        <p:spPr/>
        <p:txBody>
          <a:bodyPr/>
          <a:p>
            <a:r>
              <a:rPr lang="en-US"/>
              <a:t>Agenda</a:t>
            </a:r>
          </a:p>
        </p:txBody>
      </p:sp>
      <p:sp>
        <p:nvSpPr>
          <p:cNvPr id="3" name="TextBox 3"/>
          <p:cNvSpPr/>
          <p:nvPr/>
        </p:nvSpPr>
        <p:spPr/>
        <p:txBody>
          <a:bodyPr/>
          <a:p>
            <a:r>
              <a:rPr lang="en-US"/>
              <a:t>Results</a:t>
            </a:r>
          </a:p>
        </p:txBody>
      </p:sp>
      <p:sp>
        <p:nvSpPr>
          <p:cNvPr id="4" name="TextBox 4"/>
          <p:cNvSpPr/>
          <p:nvPr/>
        </p:nvSpPr>
        <p:spPr/>
        <p:txBody>
          <a:bodyPr/>
          <a:p>
            <a:r>
              <a:rPr lang="en-US"/>
              <a:t>Pipeline</a:t>
            </a:r>
          </a:p>
        </p:txBody>
      </p:sp>
      <p:sp>
        <p:nvSpPr>
          <p:cNvPr id="5" name="TextBox 5"/>
          <p:cNvSpPr/>
          <p:nvPr/>
        </p:nvSpPr>
        <p:spPr/>
        <p:txBody>
          <a:bodyPr/>
          <a:p>
            <a:r>
              <a:rPr lang="en-US"/>
              <a:t>Risks</a:t>
            </a:r>
          </a:p>
        </p:txBody>
      </p:sp>
      <p:sp>
        <p:nvSpPr>
          <p:cNvPr id="6" name="TextBox 6"/>
          <p:cNvSpPr/>
          <p:nvPr/>
        </p:nvSpPr>
        <p:spPr/>
        <p:txBody>
          <a:bodyPr/>
          <a:p>
            <a:r>
              <a:rPr lang="en-US"/>
              <a:t>Next steps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>
            <p:ph type="title"/>
          </p:nvPr>
        </p:nvSpPr>
        <p:spPr/>
        <p:txBody>
          <a:bodyPr/>
          <a:p>
            <a:r>
              <a:rPr lang="en-US"/>
              <a:t>Results: revenue up 12% to $540k</a:t>
            </a:r>
          </a:p>
        </p:txBody>
      </p:sp>
      <p:sp>
        <p:nvSpPr>
          <p:cNvPr id="3" name="TextBox 3"/>
          <p:cNvSpPr/>
          <p:nvPr/>
        </p:nvSpPr>
        <p:spPr/>
        <p:txBody>
          <a:bodyPr/>
          <a:p>
            <a:r>
              <a:rPr lang="en-US"/>
              <a:t>Gross margin improved to 61%</a:t>
            </a:r>
          </a:p>
        </p:txBody>
      </p:sp>
      <p:sp>
        <p:nvSpPr>
          <p:cNvPr id="4" name="TextBox 4"/>
          <p:cNvSpPr/>
          <p:nvPr/>
        </p:nvSpPr>
        <p:spPr/>
        <p:txBody>
          <a:bodyPr/>
          <a:p>
            <a:r>
              <a:rPr lang="en-US"/>
              <a:t>Churn fell to 3.1%</a:t>
            </a:r>
          </a:p>
        </p:txBody>
      </p:sp>
      <p:sp>
        <p:nvSpPr>
          <p:cNvPr id="5" name="TextBox 5"/>
          <p:cNvSpPr/>
          <p:nvPr/>
        </p:nvSpPr>
        <p:spPr/>
        <p:txBody>
          <a:bodyPr/>
          <a:p>
            <a:r>
              <a:rPr lang="en-US"/>
              <a:t>Two enterprise logos closed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>
            <p:ph type="title"/>
          </p:nvPr>
        </p:nvSpPr>
        <p:spPr/>
        <p:txBody>
          <a:bodyPr/>
          <a:p>
            <a:r>
              <a:rPr lang="en-US"/>
              <a:t>Pipeline</a:t>
            </a:r>
          </a:p>
        </p:txBody>
      </p:sp>
      <p:sp>
        <p:nvSpPr>
          <p:cNvPr id="3" name="TextBox 3"/>
          <p:cNvSpPr/>
          <p:nvPr/>
        </p:nvSpPr>
        <p:spPr/>
        <p:txBody>
          <a:bodyPr/>
          <a:p>
            <a:r>
              <a:rPr lang="en-US"/>
              <a:t>Lorem ipsum dolor sit amet</a:t>
            </a:r>
          </a:p>
        </p:txBody>
      </p:sp>
      <p:sp>
        <p:nvSpPr>
          <p:cNvPr id="4" name="TextBox 4"/>
          <p:cNvSpPr/>
          <p:nvPr/>
        </p:nvSpPr>
        <p:spPr/>
        <p:txBody>
          <a:bodyPr/>
          <a:p>
            <a:r>
              <a:rPr lang="en-US"/>
              <a:t>Qualified pipeline $2.4m</a:t>
            </a:r>
          </a:p>
        </p:txBody>
      </p:sp>
      <p:sp>
        <p:nvSpPr>
          <p:cNvPr id="5" name="TextBox 5"/>
          <p:cNvSpPr/>
          <p:nvPr/>
        </p:nvSpPr>
        <p:spPr/>
        <p:txBody>
          <a:bodyPr/>
          <a:p>
            <a:r>
              <a:rPr lang="en-US"/>
              <a:t>Win rate 28% per CRM report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>
            <p:ph type="title"/>
          </p:nvPr>
        </p:nvSpPr>
        <p:spPr/>
        <p:txBody>
          <a:bodyPr/>
          <a:p>
            <a:r>
              <a:rPr lang="en-US"/>
              <a:t>Risks</a:t>
            </a:r>
          </a:p>
        </p:txBody>
      </p:sp>
      <p:sp>
        <p:nvSpPr>
          <p:cNvPr id="3" name="TextBox 3"/>
          <p:cNvSpPr/>
          <p:nvPr/>
        </p:nvSpPr>
        <p:spPr/>
        <p:txBody>
          <a:bodyPr/>
          <a:p>
            <a:r>
              <a:rPr lang="en-US"/>
              <a:t>Hiring plan slips one quarter</a:t>
            </a:r>
          </a:p>
        </p:txBody>
      </p:sp>
      <p:sp>
        <p:nvSpPr>
          <p:cNvPr id="4" name="TextBox 4"/>
          <p:cNvSpPr/>
          <p:nvPr/>
        </p:nvSpPr>
        <p:spPr/>
        <p:txBody>
          <a:bodyPr/>
          <a:p>
            <a:r>
              <a:rPr lang="en-US"/>
              <a:t>Vendor contract renews at +9%</a:t>
            </a:r>
          </a:p>
        </p:txBody>
      </p:sp>
      <p:sp>
        <p:nvSpPr>
          <p:cNvPr id="5" name="TextBox 5"/>
          <p:cNvSpPr/>
          <p:nvPr/>
        </p:nvSpPr>
        <p:spPr/>
        <p:txBody>
          <a:bodyPr/>
          <a:p>
            <a:r>
              <a:rPr lang="en-US"/>
              <a:t>Click to add text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>
            <p:ph type="title"/>
          </p:nvPr>
        </p:nvSpPr>
        <p:spPr/>
        <p:txBody>
          <a:bodyPr/>
          <a:p>
            <a:r>
              <a:rPr lang="en-US"/>
              <a:t>Summary</a:t>
            </a:r>
          </a:p>
        </p:txBody>
      </p:sp>
      <p:sp>
        <p:nvSpPr>
          <p:cNvPr id="3" name="TextBox 3"/>
          <p:cNvSpPr/>
          <p:nvPr/>
        </p:nvSpPr>
        <p:spPr/>
        <p:txBody>
          <a:bodyPr/>
          <a:p>
            <a:r>
              <a:rPr lang="en-US"/>
              <a:t>Ask: approve the hiring plan</a:t>
            </a:r>
          </a:p>
        </p:txBody>
      </p:sp>
      <p:sp>
        <p:nvSpPr>
          <p:cNvPr id="4" name="TextBox 4"/>
          <p:cNvSpPr/>
          <p:nvPr/>
        </p:nvSpPr>
        <p:spPr/>
        <p:txBody>
          <a:bodyPr/>
          <a:p>
            <a:r>
              <a:rPr lang="en-US"/>
              <a:t>Next board: December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Harbor board update</dc:title>
</cp:coreProperties>
</file>